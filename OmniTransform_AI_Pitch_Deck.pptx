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SIH 2026 / EUREKA! 2026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OmniTransform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FC8"/>
                </a:solidFill>
                <a:latin typeface="Arial"/>
              </a:defRPr>
            </a:pPr>
            <a:r>
              <a:t>Sovereign Multimodal Content Transformation Platform for Government &amp; Enterprise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4114800"/>
          </a:xfrm>
          <a:prstGeom prst="roundRect">
            <a:avLst/>
          </a:prstGeom>
          <a:solidFill>
            <a:srgbClr val="131B31"/>
          </a:solidFill>
          <a:ln w="19050"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Target Problem Statement: PS ID 26154 (NTRO)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Category: Software | Theme: Blockchain &amp; Cybersecurity / AI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Team Leader: Pavan Kumar S | SCEM / Sahyadri Ecosystem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Live Platform Ecosystem: https://hrl-brand-seo.vercel.app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THE PROBLEM &amp;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Dense Documents, Slow Manual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FC8"/>
                </a:solidFill>
                <a:latin typeface="Arial"/>
              </a:defRPr>
            </a:pPr>
            <a:r>
              <a:t>High-level analysts and officers waste 4-6 hours daily translating documents into separate formats.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4114800"/>
          </a:xfrm>
          <a:prstGeom prst="roundRect">
            <a:avLst/>
          </a:prstGeom>
          <a:solidFill>
            <a:srgbClr val="131B31"/>
          </a:solidFill>
          <a:ln w="19050"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4-6 Hours Wasted Daily: Translating raw 50+ page PDFs into briefings, decks, and press releases.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Fragmented Tooling: Juggling Canva, PowerPoint, Word, and Chatbots leads to inconsistent messaging.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Tactical Information Decay: Critical threat advisories and policy whitepapers lose impact due to delayed delivery.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The Hallucination Danger: Public AI tools invent facts, making unverified outputs dangerous for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OmniTransform AI: 1 Ingestion ➔ 5 Synchronized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FC8"/>
                </a:solidFill>
                <a:latin typeface="Arial"/>
              </a:defRPr>
            </a:pPr>
            <a:r>
              <a:t>Drag and drop any 30+ page PDF; receive 5 production-ready media formats in under 10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4114800"/>
          </a:xfrm>
          <a:prstGeom prst="roundRect">
            <a:avLst/>
          </a:prstGeom>
          <a:solidFill>
            <a:srgbClr val="131B31"/>
          </a:solidFill>
          <a:ln w="19050"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1. 📊 1-Page Executive Memo: High-level tactical summary with actionable bullet points.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2. 🖥️ Interactive Presentation Deck: Keynote-grade slide layout ready for leadership meetings.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3. 🎨 Visual Infographic &amp; Social Card: Auto-rendered canvas assets for public and press outreach.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4. 📰 Multilingual Press Release: Automated regional translation (English, Hindi, Indic languages).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5. 🎙️ 60-Second AI Voice Intelligence Briefing: Studio-quality audio podcast for mobile officials.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End-to-End Multimodal Ingestion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FC8"/>
                </a:solidFill>
                <a:latin typeface="Arial"/>
              </a:defRPr>
            </a:pPr>
            <a:r>
              <a:t>Modular, sovereign, and air-gapped architecture with zero cloud dependencies.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4114800"/>
          </a:xfrm>
          <a:prstGeom prst="roundRect">
            <a:avLst/>
          </a:prstGeom>
          <a:solidFill>
            <a:srgbClr val="131B31"/>
          </a:solidFill>
          <a:ln w="19050"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Ingestion Layer: PyMuPDF &amp; Unstructured parser with exact bounding-box coordinate tracking.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Reasoning &amp; LLM Pipeline: LangChain / LlamaIndex with constrained JSON schema enforcement.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Dynamic Slide &amp; Canvas Compilers: Satori &amp; Marp engines for instant vector image/slide rendering.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Voice AI Synthesis Engine: Neural TTS &amp; ElevenLabs API for rapid studio-grade audio synthesis.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Reverse Coordinate Verification: Interactive PDF highlighter providing 100% citation grounding.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KEY INNOVATION &amp; USPS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Why OmniTransform AI is Unbeatable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FC8"/>
                </a:solidFill>
                <a:latin typeface="Arial"/>
              </a:defRPr>
            </a:pPr>
            <a:r>
              <a:t>Engineered to eliminate judge skepticism and solve core enterprise pain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4114800"/>
          </a:xfrm>
          <a:prstGeom prst="roundRect">
            <a:avLst/>
          </a:prstGeom>
          <a:solidFill>
            <a:srgbClr val="131B31"/>
          </a:solidFill>
          <a:ln w="19050"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Zero-Hallucination Source Grounding: Click any insight badge to highlight the exact original PDF sentence.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Multi-Persona Tone Switcher: 1-click toggle between Executive, Technical, Citizen, and Press formats.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10-Second Deterministic Runtime: Instant local rendering eliminates venue Wi-Fi failure during live demos.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Apple-Grade Human Interface: Glassmorphism aesthetics, responsive drawer navigation, and high contrast.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Production-Grade Modern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FC8"/>
                </a:solidFill>
                <a:latin typeface="Arial"/>
              </a:defRPr>
            </a:pPr>
            <a:r>
              <a:t>Robust, containerized, and optimized for speed and on-premise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4114800"/>
          </a:xfrm>
          <a:prstGeom prst="roundRect">
            <a:avLst/>
          </a:prstGeom>
          <a:solidFill>
            <a:srgbClr val="131B31"/>
          </a:solidFill>
          <a:ln w="19050"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Frontend: Next.js 14, React, Tailwind CSS, Lucide Icons, PDF.js canvas viewer.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Backend API: Python FastAPI, LangChain, PyMuPDF, Qdrant / FAISS Vector Store.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AI Models: Llama 3.3 (70B), Mistral Large, IndicBERT for regional Indic language processing.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Audio &amp; Media: ElevenLabs / Piper Neural TTS, FFmpeg, Canvas HTML-to-Image API.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Deployment: Docker, Sovereign Air-Gapped Linux Host, Zero External Telemetry.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FEASIBILITY &amp;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Proactive Engineering &amp; Risk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FC8"/>
                </a:solidFill>
                <a:latin typeface="Arial"/>
              </a:defRPr>
            </a:pPr>
            <a:r>
              <a:t>Addressing enterprise reliability, data security, and performance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4114800"/>
          </a:xfrm>
          <a:prstGeom prst="roundRect">
            <a:avLst/>
          </a:prstGeom>
          <a:solidFill>
            <a:srgbClr val="131B31"/>
          </a:solidFill>
          <a:ln w="19050"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Risk: AI Hallucination ➔ Solution: Strict RAG boundaries and regex coordinate verification.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Risk: Sensitive Data Leaks ➔ Solution: 100% on-premise air-gapped open-weight model deployment.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Risk: Complex Charts &amp; Tables ➔ Solution: Multimodal Vision-Language Models (VLM) for diagram extraction.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Risk: Large File Processing Latency ➔ Solution: Map-reduce parallelized document chunking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BUSINESS &amp; MARKET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B2G / B2B Market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FC8"/>
                </a:solidFill>
                <a:latin typeface="Arial"/>
              </a:defRPr>
            </a:pPr>
            <a:r>
              <a:t>Massive $109B global market with high-urgency government and enterprise demand.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4114800"/>
          </a:xfrm>
          <a:prstGeom prst="roundRect">
            <a:avLst/>
          </a:prstGeom>
          <a:solidFill>
            <a:srgbClr val="131B31"/>
          </a:solidFill>
          <a:ln w="19050"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Market Size: $109B Global Enterprise Content &amp; GenAI market by 2030 ($4.2B APAC SAM).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Target Sectors: Defense/Intelligence (NTRO, MoD, I4C), Corporate Consulting, BFSI, and Media Houses.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B2G License Model: ₹15L - ₹45L/year for on-premise air-gapped sovereign deployment.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B2B SaaS Model: $49 - $299/user/month for consulting firms, research desks, and legal teams.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Traction Projection: Leveraging HRL International's infrastructure to achieve ₹3.5 Cr ARR by Year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EXECUTION &amp; TEAM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Balanced 6-Member Team 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FC8"/>
                </a:solidFill>
                <a:latin typeface="Arial"/>
              </a:defRPr>
            </a:pPr>
            <a:r>
              <a:t>Clear division of engineering, design, and presentation responsibilities.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4114800"/>
          </a:xfrm>
          <a:prstGeom prst="roundRect">
            <a:avLst/>
          </a:prstGeom>
          <a:solidFill>
            <a:srgbClr val="131B31"/>
          </a:solidFill>
          <a:ln w="19050"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Pavan Kumar S (Team Lead): System Architecture, Pitch Delivery, Apple UI/UX Integration.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Frontend Engineer: Next.js 14 Dashboard, File Dropzone, Multi-Asset Preview Tabs.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Backend Engineer: FastAPI Server, PyMuPDF Document Coordinate Parser &amp; API Routes.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AI/LLM Engineer: LangChain Extraction Pipeline, Structured JSON Schema Prompts.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Visual &amp; Canvas Engineer: Satori Infographic Auto-Renderer &amp; Slide Layout Engine.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Voice &amp; Translation Lead: ElevenLabs/Piper TTS Integration &amp; Multilingual Regional NLP.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CONCLUSION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Why OmniTransform AI Wins SIH / Eureka!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FC8"/>
                </a:solidFill>
                <a:latin typeface="Arial"/>
              </a:defRPr>
            </a:pPr>
            <a:r>
              <a:t>A verified, live, and battle-tested ecosystem ready for real-world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4114800"/>
          </a:xfrm>
          <a:prstGeom prst="roundRect">
            <a:avLst/>
          </a:prstGeom>
          <a:solidFill>
            <a:srgbClr val="131B31"/>
          </a:solidFill>
          <a:ln w="19050">
            <a:solidFill>
              <a:srgbClr val="23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Solves a Critical National Need: Streamlines intelligence dissemination for NTRO &amp; government bodies.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10-Second Visual WOW Factor: Generates 5 high-impact media formats live in front of the jury.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Zero Hallucination Proof: Verified source citations directly linking to raw document text.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Live Platform: https://hrl-brand-seo.vercel.app | Repo: https://github.com/hrlpavan/sih-2026-media-problem-statements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