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800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800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800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800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800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800">
                <a:solidFill>
                  <a:srgbClr val="141414"/>
                </a:solidFill>
                <a:latin typeface="Arial"/>
              </a:rPr>
              <a:t>OmniTransform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3291840" cy="1695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623560"/>
            <a:ext cx="4846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77C8"/>
                </a:solidFill>
                <a:latin typeface="Arial"/>
              </a:defRPr>
            </a:pPr>
            <a:r>
              <a:t>APP PROTOTYPE LIVE DEMO LINK</a:t>
            </a:r>
          </a:p>
          <a:p>
            <a:pPr>
              <a:defRPr sz="1300" b="1" u="sng">
                <a:solidFill>
                  <a:srgbClr val="0077C8"/>
                </a:solidFill>
                <a:latin typeface="Arial"/>
              </a:defRPr>
            </a:pPr>
            <a:r>
              <a:t>https://github.com/hrlpavan/sih-2026-media-problem-statements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016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APP PROTOTYPE LIVE DEMO LINK: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GITHUB PROJECT REPOSITORY LINK: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SMART INDIA HACKATHON 2026 OFFICIAL PORTAL (PS ID 26154):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NATIONAL TECHNICAL RESEARCH ORGANISATION (NTRO) PORTAL: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RESEARCH ON RAG &amp; SOURCE CITATIONS (LEWIS ET AL.):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https://arxiv.org/abs/2005.11401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BHASHINI &amp; AI4BHARAT MULTILINGUAL RESEARCH: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https://bhashini.gov.in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